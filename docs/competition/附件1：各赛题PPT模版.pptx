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DE6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95045" y="45726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1D6DE6"/>
                </a:solidFill>
                <a:latin typeface="微软雅黑" panose="020B0503020204020204" charset="-122"/>
                <a:ea typeface="微软雅黑" panose="020B0503020204020204" charset="-122"/>
              </a:rPr>
              <a:t>队伍名：</a:t>
            </a:r>
            <a:endParaRPr lang="zh-CN" altLang="en-US" sz="2400" b="1">
              <a:solidFill>
                <a:srgbClr val="1D6D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图片1 蓝色 拷贝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25" y="268605"/>
            <a:ext cx="2212340" cy="9804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95045" y="45726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1D6DE6"/>
                </a:solidFill>
                <a:latin typeface="微软雅黑" panose="020B0503020204020204" charset="-122"/>
                <a:ea typeface="微软雅黑" panose="020B0503020204020204" charset="-122"/>
              </a:rPr>
              <a:t>队伍名：</a:t>
            </a:r>
            <a:endParaRPr lang="zh-CN" altLang="en-US" sz="2400" b="1">
              <a:solidFill>
                <a:srgbClr val="1D6D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图片1 蓝色 拷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268605"/>
            <a:ext cx="2212340" cy="9804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95045" y="45726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1D6DE6"/>
                </a:solidFill>
                <a:latin typeface="微软雅黑" panose="020B0503020204020204" charset="-122"/>
                <a:ea typeface="微软雅黑" panose="020B0503020204020204" charset="-122"/>
              </a:rPr>
              <a:t>队伍名：</a:t>
            </a:r>
            <a:endParaRPr lang="zh-CN" altLang="en-US" sz="2400" b="1">
              <a:solidFill>
                <a:srgbClr val="1D6D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图片1 蓝色 拷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268605"/>
            <a:ext cx="2212340" cy="9804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WPS 演示</Application>
  <PresentationFormat>宽屏</PresentationFormat>
  <Paragraphs>6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 娜</cp:lastModifiedBy>
  <cp:revision>158</cp:revision>
  <dcterms:created xsi:type="dcterms:W3CDTF">2019-06-19T02:08:00Z</dcterms:created>
  <dcterms:modified xsi:type="dcterms:W3CDTF">2026-08-25T03:16:03Z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E89989BE390B4181808C3E2AF5D73CF7_11</vt:lpwstr>
  </property>
</Properties>
</file>